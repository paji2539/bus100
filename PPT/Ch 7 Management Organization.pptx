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321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98448"/>
            <a:ext cx="932688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LOSING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· CHAPTER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Jin Park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98448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Management and Organization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4203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needs someone deciding what to do, who does it, and whether it worked. That's management. Today we open up the job.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7863840" cy="18288"/>
          </a:xfrm>
          <a:prstGeom prst="rect">
            <a:avLst/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382219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working with people and resources to achieve organizational goals.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46920" y="1828800"/>
            <a:ext cx="1463040" cy="1463040"/>
          </a:xfrm>
          <a:prstGeom prst="ellipse">
            <a:avLst/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646920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10698480" y="3657600"/>
            <a:ext cx="914400" cy="914400"/>
          </a:xfrm>
          <a:prstGeom prst="ellipse">
            <a:avLst/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69848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600" dirty="0"/>
          </a:p>
        </p:txBody>
      </p:sp>
      <p:pic>
        <p:nvPicPr>
          <p:cNvPr id="12" name="Image 0" descr="ISU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80760"/>
            <a:ext cx="1691640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functions of management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manager, at every level, does all four — continuously.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05024" cy="251460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713232" y="1856232"/>
            <a:ext cx="237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834640"/>
            <a:ext cx="237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657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needs to happen and how to get there.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345104" y="1691640"/>
            <a:ext cx="2705024" cy="2514600"/>
          </a:xfrm>
          <a:prstGeom prst="roundRect">
            <a:avLst>
              <a:gd name="adj" fmla="val 2909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09696" y="1856232"/>
            <a:ext cx="237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09696" y="2834640"/>
            <a:ext cx="237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09696" y="3657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Arranging people and resources to carry out the plan.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41568" y="1691640"/>
            <a:ext cx="2705024" cy="2514600"/>
          </a:xfrm>
          <a:prstGeom prst="roundRect">
            <a:avLst>
              <a:gd name="adj" fmla="val 2909"/>
            </a:avLst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06160" y="1856232"/>
            <a:ext cx="237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6160" y="2834640"/>
            <a:ext cx="237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306160" y="3657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Motivating and directing employees to get the work done.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938031" y="1691640"/>
            <a:ext cx="2705024" cy="2514600"/>
          </a:xfrm>
          <a:prstGeom prst="roundRect">
            <a:avLst>
              <a:gd name="adj" fmla="val 2909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02623" y="1856232"/>
            <a:ext cx="237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102623" y="2834640"/>
            <a:ext cx="237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102623" y="3657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performance and correcting course.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85455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7  ·  Business Management and Organization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 of management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skills every manager needs, regardless of level.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4778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managers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overall direction and strategy</a:t>
            </a:r>
            <a:endParaRPr lang="en-US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CEO, CFO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53458" y="1691640"/>
            <a:ext cx="3484778" cy="502920"/>
          </a:xfrm>
          <a:prstGeom prst="rect">
            <a:avLst/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82058" y="169164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managers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27778" y="237744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strategy into department plans</a:t>
            </a:r>
            <a:endParaRPr lang="en-US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Regional director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158277" y="1691640"/>
            <a:ext cx="3484778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58277" y="1691640"/>
            <a:ext cx="3484778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386877" y="169164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managers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432597" y="237744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supervise frontline employees</a:t>
            </a:r>
            <a:endParaRPr lang="en-US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Shift supervisor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5353812"/>
            <a:ext cx="402336" cy="402336"/>
          </a:xfrm>
          <a:prstGeom prst="ellipse">
            <a:avLst/>
          </a:prstGeom>
          <a:solidFill>
            <a:srgbClr val="E8B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49808" y="5353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276088"/>
            <a:ext cx="101342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discussion: 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real job posting for a manager. Which of the four functions and which skills show up most in the listing?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7  ·  Business Management and Organization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goals, vision, and mission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plans start with a clear sense of where the organization is headed.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vs. objectives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are long-term outcomes the organization wants. Objectives are short-term, specific targets that build toward them.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42152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62192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62192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76592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vs. mission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62192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describes where the organization is trying to go. Mission describes why it exists right now.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7  ·  Business Management and Organization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framework for assessing where a company stands.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05024" cy="251460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13232" y="1856232"/>
            <a:ext cx="237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834640"/>
            <a:ext cx="237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657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advantages — skills, brand, resources.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45104" y="1691640"/>
            <a:ext cx="2705024" cy="2514600"/>
          </a:xfrm>
          <a:prstGeom prst="roundRect">
            <a:avLst>
              <a:gd name="adj" fmla="val 2909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09696" y="1856232"/>
            <a:ext cx="237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09696" y="2834640"/>
            <a:ext cx="237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09696" y="3657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limitations that put you at a disadvantage.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41568" y="1691640"/>
            <a:ext cx="2705024" cy="2514600"/>
          </a:xfrm>
          <a:prstGeom prst="roundRect">
            <a:avLst>
              <a:gd name="adj" fmla="val 2909"/>
            </a:avLst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06160" y="1856232"/>
            <a:ext cx="237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06160" y="2834640"/>
            <a:ext cx="237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6160" y="3657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conditions you could take advantage of.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38031" y="1691640"/>
            <a:ext cx="2705024" cy="2514600"/>
          </a:xfrm>
          <a:prstGeom prst="roundRect">
            <a:avLst>
              <a:gd name="adj" fmla="val 2909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02623" y="1856232"/>
            <a:ext cx="237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102623" y="2834640"/>
            <a:ext cx="237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02623" y="3657600"/>
            <a:ext cx="237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conditions that could harm you.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85455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7  ·  Business Management and Organization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9808" y="4805172"/>
            <a:ext cx="402336" cy="402336"/>
          </a:xfrm>
          <a:prstGeom prst="ellipse">
            <a:avLst/>
          </a:prstGeom>
          <a:solidFill>
            <a:srgbClr val="E8B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49808" y="4805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727448"/>
            <a:ext cx="101315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activity: 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groups, pick a sample organization and identify one real Strength, Weakness, Opportunity, and Threat.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types of plans, and how a company is organized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exist on different time horizons — structure decides who reports to whom.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6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plans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05481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27054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37744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— long-term, whole organization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3745611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374561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341757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— mid-term, department-level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785741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78574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445770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— short-term, day-to-day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825871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582587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549783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— the backup plan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78728" y="1691640"/>
            <a:ext cx="5364328" cy="502920"/>
          </a:xfrm>
          <a:prstGeom prst="roundRect">
            <a:avLst>
              <a:gd name="adj" fmla="val 10909"/>
            </a:avLst>
          </a:prstGeom>
          <a:solidFill>
            <a:srgbClr val="E8B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278728" y="1691640"/>
            <a:ext cx="5364328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structures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78728" y="2705481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278728" y="27054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09080" y="237744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(tall) — many layers, narrow spans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278728" y="3745611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278728" y="374561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09080" y="341757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(flat) — few layers, wide spans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278728" y="4785741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278728" y="478574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09080" y="445770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— employees report to two managers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278728" y="5825871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278728" y="582587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09080" y="549783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— core company + outside partners</a:t>
            </a:r>
            <a:endParaRPr lang="en-US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7  ·  Business Management and Organization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business on track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cycle, and two quality management approaches.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7188" cy="3931920"/>
          </a:xfrm>
          <a:prstGeom prst="roundRect">
            <a:avLst>
              <a:gd name="adj" fmla="val 232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7188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492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cycle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385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standards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 performance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Compare results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 problems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55868" y="1691640"/>
            <a:ext cx="5387188" cy="3931920"/>
          </a:xfrm>
          <a:prstGeom prst="roundRect">
            <a:avLst>
              <a:gd name="adj" fmla="val 232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87188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84468" y="1691640"/>
            <a:ext cx="492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2377440"/>
            <a:ext cx="48385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TQM — company-wide continuous improvement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Sigma — data-driven defect reduction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7  ·  Business Management and Organization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7 · Closing the org chart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picked the business's legal shape. Chapter 7 showed how it's actually run day to day — next, we zoom in on the people who make that structure work.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65376" y="2148840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1865376" y="214884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08376" y="21488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 txBox="1"/>
          <p:nvPr/>
        </p:nvSpPr>
        <p:spPr>
          <a:xfrm>
            <a:off x="3008376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4325112" y="2148840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81244" y="2148840"/>
            <a:ext cx="1275588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 txBox="1"/>
          <p:nvPr/>
        </p:nvSpPr>
        <p:spPr>
          <a:xfrm>
            <a:off x="5381244" y="2148840"/>
            <a:ext cx="1275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84848" y="2148840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 txBox="1"/>
          <p:nvPr/>
        </p:nvSpPr>
        <p:spPr>
          <a:xfrm>
            <a:off x="6784848" y="214884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managers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75320" y="2148840"/>
            <a:ext cx="1623060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 txBox="1"/>
          <p:nvPr/>
        </p:nvSpPr>
        <p:spPr>
          <a:xfrm>
            <a:off x="8275320" y="2148840"/>
            <a:ext cx="1623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managers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26396" y="2148840"/>
            <a:ext cx="754380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 txBox="1"/>
          <p:nvPr/>
        </p:nvSpPr>
        <p:spPr>
          <a:xfrm>
            <a:off x="10026396" y="2148840"/>
            <a:ext cx="75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2660904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548640" y="2660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865376" y="2660904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3" name="Text 21"/>
          <p:cNvSpPr txBox="1"/>
          <p:nvPr/>
        </p:nvSpPr>
        <p:spPr>
          <a:xfrm>
            <a:off x="1865376" y="266090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34640" y="2660904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5" name="Text 23"/>
          <p:cNvSpPr txBox="1"/>
          <p:nvPr/>
        </p:nvSpPr>
        <p:spPr>
          <a:xfrm>
            <a:off x="2834640" y="2660904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90772" y="2660904"/>
            <a:ext cx="667512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7" name="Text 25"/>
          <p:cNvSpPr txBox="1"/>
          <p:nvPr/>
        </p:nvSpPr>
        <p:spPr>
          <a:xfrm>
            <a:off x="3890772" y="2660904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86300" y="2660904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 txBox="1"/>
          <p:nvPr/>
        </p:nvSpPr>
        <p:spPr>
          <a:xfrm>
            <a:off x="4686300" y="26609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chart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71716" y="2660904"/>
            <a:ext cx="1449324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 txBox="1"/>
          <p:nvPr/>
        </p:nvSpPr>
        <p:spPr>
          <a:xfrm>
            <a:off x="6871716" y="2660904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cycle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49056" y="2660904"/>
            <a:ext cx="580644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3" name="Text 31"/>
          <p:cNvSpPr txBox="1"/>
          <p:nvPr/>
        </p:nvSpPr>
        <p:spPr>
          <a:xfrm>
            <a:off x="8449056" y="2660904"/>
            <a:ext cx="58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157716" y="2660904"/>
            <a:ext cx="1101852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5" name="Text 33"/>
          <p:cNvSpPr txBox="1"/>
          <p:nvPr/>
        </p:nvSpPr>
        <p:spPr>
          <a:xfrm>
            <a:off x="9157716" y="2660904"/>
            <a:ext cx="1101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Sigma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539496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7" name="Text 35"/>
          <p:cNvSpPr txBox="1"/>
          <p:nvPr/>
        </p:nvSpPr>
        <p:spPr>
          <a:xfrm>
            <a:off x="868680" y="53949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Which key term matters most, and why? Which of the four management functions is hardest to do well?</a:t>
            </a:r>
            <a:endParaRPr lang="en-US" sz="2000" dirty="0"/>
          </a:p>
        </p:txBody>
      </p:sp>
      <p:pic>
        <p:nvPicPr>
          <p:cNvPr id="38" name="Image 0" descr="ISU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575" y="6172200"/>
            <a:ext cx="1554480" cy="539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632</Words>
  <Application>Microsoft Office PowerPoint</Application>
  <PresentationFormat>Widescreen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Business Management and Organization</vt:lpstr>
      <vt:lpstr>The four functions of management</vt:lpstr>
      <vt:lpstr>Three levels of management</vt:lpstr>
      <vt:lpstr>Planning: goals, vision, and mission</vt:lpstr>
      <vt:lpstr>SWOT analysis</vt:lpstr>
      <vt:lpstr>Four types of plans, and how a company is organized</vt:lpstr>
      <vt:lpstr>Keeping the business on track</vt:lpstr>
      <vt:lpstr>Chapter 7 · Closing the org chart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BUS 100</dc:creator>
  <cp:lastModifiedBy>Jin Park</cp:lastModifiedBy>
  <cp:revision>2</cp:revision>
  <dcterms:created xsi:type="dcterms:W3CDTF">2026-09-09T22:05:32Z</dcterms:created>
  <dcterms:modified xsi:type="dcterms:W3CDTF">2026-09-10T12:46:12Z</dcterms:modified>
</cp:coreProperties>
</file>